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5" r:id="rId2"/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48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3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A9420-4FE8-4A63-839C-D27084C11FC4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D3C28-2EAB-4EC7-AEC5-0FAC5399B2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31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D3C28-2EAB-4EC7-AEC5-0FAC5399B23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87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13DD4-0C71-4646-A079-5B2EEAAE3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3B5A5D-1A17-48DD-9501-E2308B1C0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63F78-88F4-4F5A-AC95-C25A5B41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6A0C3C-BA2E-4ADF-903C-9230DADA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D899CB-509E-46F8-85A9-85D275CD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79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B476B-5DDE-484A-905A-2A8C3BAE0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61AC64-0464-4D75-B2BD-FA1D9D48A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94A79-1946-4FF0-93FC-5F8A1FC7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36C558-18F9-43A0-BD05-CB949919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3BB6C0-E98E-4C69-A791-9A5871435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988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17A8C-B394-498A-9E28-ED204BC7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E91D1F-0A1D-43CC-BC23-0E5AC4AA7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F62260-74C4-4AC5-B189-52EC75FA6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6B518E-191C-4C05-90E2-E488BD30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FE6F2C-7C59-4163-B748-E23B6999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089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45718-35B3-438B-8033-AA67BF06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23A9FC-45BA-4EBE-A245-E4D52E1ED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407F60-F608-4A1F-A8AA-621866E8B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4C2FD0-C184-4460-9F5E-E3387CEE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9E8E90-BE7F-45CC-9AAD-EC2B9AD5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0E27AB-DD4C-4B40-9653-DFC1682A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21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A1B2E-9334-4A0D-858C-6798DC47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53B42A-63CC-40D6-94D1-AEEF4B542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DF9AD7-2B0B-4A29-84A6-439D430A0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C34A55-9A8A-4F67-915C-9F93D4A79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1AA135-C9B3-4F63-B548-19D4881C9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BE39F8-BA27-4F30-A222-8E14AC64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FBF2AF-E09D-43A2-9FD8-64308B56F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A40EBB-DA8B-42DF-870C-54D1F5F7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0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7F0E16-1415-47F5-959C-4BCF5F3F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0B0CB9-4D74-4F33-BEAD-48D81837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0B7047C-2CEB-484D-8A19-7AF233EF4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35562C-576F-4D69-B5F9-B30935DC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84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8521ED-A006-4E62-890D-530BA59F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E9FFBA-F7D2-45EF-A1CC-ABE68490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4DC0BE-5306-4701-B1AA-B67F50E8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22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3E9C01-7F10-47BC-B4D4-22292A0C9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DD999-6814-4AEA-90D6-C86536906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D2FC68-97A0-4F40-BE0B-3401C06DA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728151-12AC-41BB-82B3-6A0A0F61D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7362D2-50AE-4BFB-9463-D4891669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8BF080-FA24-444F-A282-E704620C9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334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3410B-D3E5-45FD-BA56-BA56F17CA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A2B443-8276-4478-A8E7-02E96E17D9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9F6CDB-9C3C-426B-B128-0837D5ED9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C147CE-B5FB-474C-B9F0-00B4100A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ED8ECC-061C-4FF1-A36E-952FC5618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DD81AC-2907-4A77-A4A9-BA84E7EE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84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897F19-A016-46E1-8B51-466EFED3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41424A-B049-44F2-B2B8-04CD9B583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32CA3E-68CC-4BEC-9DA7-8613AD2F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2C3C3C-2871-4149-AC12-6E668A3E9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CF621C-A78F-4D7F-BC85-EBEBF023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77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828211-EDCB-48F9-9D60-B0CB0FEB8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F85B52-DECD-4D0B-9D1E-2849D632E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90671-EA61-4FA0-9B90-C1E503C3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5CA070-4044-4C3E-8E8F-331C8F4C3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75F45B-BAFA-440F-BE42-27BD9690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277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FF4839-29D9-4FBD-B204-0B23AD27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E9BF31-E450-4D5A-A7B4-497FFF12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DDD794-7862-45D7-B8D5-88C30B5F3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A33FE-AD62-41B7-9255-79107C833977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BAA459-2AC1-43FC-8577-152BC0ECB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25277-6542-4572-BDA4-EC98A64F2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C622A-B372-4C6B-AD7B-6E132D270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D83B3-2A93-435D-AA49-C9439F0EAAD5}"/>
              </a:ext>
            </a:extLst>
          </p:cNvPr>
          <p:cNvSpPr txBox="1"/>
          <p:nvPr/>
        </p:nvSpPr>
        <p:spPr>
          <a:xfrm>
            <a:off x="4489630" y="2721114"/>
            <a:ext cx="32127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>
                <a:solidFill>
                  <a:srgbClr val="448AFF"/>
                </a:solidFill>
              </a:rPr>
              <a:t>6</a:t>
            </a:r>
            <a:r>
              <a:rPr lang="ko-KR" altLang="en-US" sz="4000">
                <a:solidFill>
                  <a:srgbClr val="448AFF"/>
                </a:solidFill>
              </a:rPr>
              <a:t>조 화면설계</a:t>
            </a:r>
            <a:endParaRPr lang="ko-KR" altLang="en-US" sz="4000" dirty="0">
              <a:solidFill>
                <a:srgbClr val="448A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A7FBC-9AD8-4FDD-A2F8-E8675BC2785C}"/>
              </a:ext>
            </a:extLst>
          </p:cNvPr>
          <p:cNvSpPr txBox="1"/>
          <p:nvPr/>
        </p:nvSpPr>
        <p:spPr>
          <a:xfrm>
            <a:off x="4598633" y="3429000"/>
            <a:ext cx="299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안현민</a:t>
            </a:r>
            <a:r>
              <a:rPr lang="en-US" altLang="ko-KR" dirty="0"/>
              <a:t>(</a:t>
            </a:r>
            <a:r>
              <a:rPr lang="ko-KR" altLang="en-US" dirty="0"/>
              <a:t>조장</a:t>
            </a:r>
            <a:r>
              <a:rPr lang="en-US" altLang="ko-KR" dirty="0"/>
              <a:t>)-</a:t>
            </a:r>
            <a:r>
              <a:rPr lang="ko-KR" altLang="en-US" dirty="0"/>
              <a:t>슬라이드 </a:t>
            </a:r>
            <a:r>
              <a:rPr lang="en-US" altLang="ko-KR" dirty="0"/>
              <a:t>2~9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16DD3-3E96-447D-B0FF-9A9279B1458E}"/>
              </a:ext>
            </a:extLst>
          </p:cNvPr>
          <p:cNvSpPr txBox="1"/>
          <p:nvPr/>
        </p:nvSpPr>
        <p:spPr>
          <a:xfrm>
            <a:off x="4598633" y="3887112"/>
            <a:ext cx="313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조무한</a:t>
            </a:r>
            <a:r>
              <a:rPr lang="ko-KR" altLang="en-US" dirty="0"/>
              <a:t>   </a:t>
            </a:r>
            <a:r>
              <a:rPr lang="en-US" altLang="ko-KR" dirty="0"/>
              <a:t>-   </a:t>
            </a:r>
            <a:r>
              <a:rPr lang="ko-KR" altLang="en-US" dirty="0"/>
              <a:t>슬라이드 </a:t>
            </a:r>
            <a:r>
              <a:rPr lang="en-US" altLang="ko-KR" dirty="0"/>
              <a:t>12~24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0D234-06F8-4C57-8865-C46EBD6894CA}"/>
              </a:ext>
            </a:extLst>
          </p:cNvPr>
          <p:cNvSpPr txBox="1"/>
          <p:nvPr/>
        </p:nvSpPr>
        <p:spPr>
          <a:xfrm>
            <a:off x="4598633" y="4314446"/>
            <a:ext cx="313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김성윤   </a:t>
            </a:r>
            <a:r>
              <a:rPr lang="en-US" altLang="ko-KR" dirty="0"/>
              <a:t>-   </a:t>
            </a:r>
            <a:r>
              <a:rPr lang="ko-KR" altLang="en-US" dirty="0"/>
              <a:t>슬라이드 </a:t>
            </a:r>
            <a:r>
              <a:rPr lang="en-US" altLang="ko-KR" dirty="0"/>
              <a:t>26~27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3848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5A7FBC-9AD8-4FDD-A2F8-E8675BC2785C}"/>
              </a:ext>
            </a:extLst>
          </p:cNvPr>
          <p:cNvSpPr txBox="1"/>
          <p:nvPr/>
        </p:nvSpPr>
        <p:spPr>
          <a:xfrm>
            <a:off x="3076327" y="2721114"/>
            <a:ext cx="6429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>
                <a:solidFill>
                  <a:srgbClr val="448AFF"/>
                </a:solidFill>
              </a:defRPr>
            </a:lvl1pPr>
          </a:lstStyle>
          <a:p>
            <a:r>
              <a:rPr lang="ko-KR" altLang="en-US" dirty="0"/>
              <a:t>안현민</a:t>
            </a:r>
            <a:r>
              <a:rPr lang="en-US" altLang="ko-KR" dirty="0"/>
              <a:t>(</a:t>
            </a:r>
            <a:r>
              <a:rPr lang="ko-KR" altLang="en-US" dirty="0"/>
              <a:t>조장</a:t>
            </a:r>
            <a:r>
              <a:rPr lang="en-US" altLang="ko-KR" dirty="0"/>
              <a:t>)-</a:t>
            </a:r>
            <a:r>
              <a:rPr lang="ko-KR" altLang="en-US" dirty="0"/>
              <a:t>슬라이드 </a:t>
            </a:r>
            <a:r>
              <a:rPr lang="en-US" altLang="ko-KR" dirty="0"/>
              <a:t>2~9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634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ACD7FAE-15AD-443E-AB08-005A02E350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19"/>
          <a:stretch/>
        </p:blipFill>
        <p:spPr>
          <a:xfrm>
            <a:off x="1428098" y="562533"/>
            <a:ext cx="9335803" cy="573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7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11744D-F8B2-4599-8384-0A453E3576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19"/>
          <a:stretch/>
        </p:blipFill>
        <p:spPr>
          <a:xfrm>
            <a:off x="1428098" y="562533"/>
            <a:ext cx="9335803" cy="573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79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E2C870-4AFE-4B7E-A732-2E34C4B802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19"/>
          <a:stretch/>
        </p:blipFill>
        <p:spPr>
          <a:xfrm>
            <a:off x="1428098" y="562533"/>
            <a:ext cx="9335803" cy="573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0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77DFE0-299F-48A0-8979-7D252CE0DC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6" b="1"/>
          <a:stretch/>
        </p:blipFill>
        <p:spPr>
          <a:xfrm>
            <a:off x="2701204" y="27992"/>
            <a:ext cx="6789592" cy="680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38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3ECA0B-040E-4273-B03E-C3B452579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70"/>
          <a:stretch/>
        </p:blipFill>
        <p:spPr>
          <a:xfrm>
            <a:off x="1428098" y="557868"/>
            <a:ext cx="9335803" cy="574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1DC37F-D091-431B-89D3-6F271B946C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21"/>
          <a:stretch/>
        </p:blipFill>
        <p:spPr>
          <a:xfrm>
            <a:off x="1935718" y="93306"/>
            <a:ext cx="8320564" cy="667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43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B6DA0B-E02E-4BB2-A814-973613848F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46"/>
          <a:stretch/>
        </p:blipFill>
        <p:spPr>
          <a:xfrm>
            <a:off x="2009136" y="135294"/>
            <a:ext cx="8173727" cy="658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27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879710-B5C2-4256-BB90-41ACCE3D64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21"/>
          <a:stretch/>
        </p:blipFill>
        <p:spPr>
          <a:xfrm>
            <a:off x="2157821" y="93306"/>
            <a:ext cx="7876357" cy="667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33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96E74F-673C-4959-9C11-31C8F9483F97}"/>
              </a:ext>
            </a:extLst>
          </p:cNvPr>
          <p:cNvSpPr txBox="1"/>
          <p:nvPr/>
        </p:nvSpPr>
        <p:spPr>
          <a:xfrm>
            <a:off x="3007654" y="2721114"/>
            <a:ext cx="67409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>
                <a:solidFill>
                  <a:srgbClr val="448AFF"/>
                </a:solidFill>
              </a:defRPr>
            </a:lvl1pPr>
          </a:lstStyle>
          <a:p>
            <a:r>
              <a:rPr lang="ko-KR" altLang="en-US" dirty="0" err="1"/>
              <a:t>조무한</a:t>
            </a:r>
            <a:r>
              <a:rPr lang="ko-KR" altLang="en-US" dirty="0"/>
              <a:t>   </a:t>
            </a:r>
            <a:r>
              <a:rPr lang="en-US" altLang="ko-KR" dirty="0"/>
              <a:t>-   </a:t>
            </a:r>
            <a:r>
              <a:rPr lang="ko-KR" altLang="en-US" dirty="0"/>
              <a:t>슬라이드 </a:t>
            </a:r>
            <a:r>
              <a:rPr lang="en-US" altLang="ko-KR" dirty="0"/>
              <a:t>12~24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0122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63F5F4-9494-4912-8D3F-921DC8456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70" y="0"/>
            <a:ext cx="63644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46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FA67F5-91D0-43ED-9B2F-C5D1D767C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601" y="0"/>
            <a:ext cx="6056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29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158033-B597-4014-9D45-2BE337337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688" y="0"/>
            <a:ext cx="5804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3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14EC87-7EA7-4E1A-8B66-9A3195E53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557" y="0"/>
            <a:ext cx="5746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1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0F2ED4B-C6E5-45C5-99CB-6740C5FCB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734" y="0"/>
            <a:ext cx="65365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92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C49992-B71E-4671-9F6F-42FADC608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494" y="85258"/>
            <a:ext cx="8145012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68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1F0B55-3663-47CD-85C7-14E9E827C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490" y="0"/>
            <a:ext cx="6199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142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529C364-B8F0-4467-B439-A97F850BA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14" y="0"/>
            <a:ext cx="6971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48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53F93D-BB6F-4FE3-AB88-A95ED5ECF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945" y="0"/>
            <a:ext cx="66661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99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4EAE7B-2481-4B76-BF04-D1648E707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150" y="0"/>
            <a:ext cx="7267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68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A3C6F7-FE5A-46F0-BA90-8C6A2DA2D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747338"/>
            <a:ext cx="7516274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73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37A557-B2A3-4EF6-B279-671C9BA6F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648" y="0"/>
            <a:ext cx="65307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712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8064A29-9A0B-489A-A8AE-9A7457316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1099812"/>
            <a:ext cx="7687748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594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433390-7F0F-44DB-8798-8EA9746B66E5}"/>
              </a:ext>
            </a:extLst>
          </p:cNvPr>
          <p:cNvSpPr txBox="1"/>
          <p:nvPr/>
        </p:nvSpPr>
        <p:spPr>
          <a:xfrm>
            <a:off x="3007654" y="2721114"/>
            <a:ext cx="67409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>
                <a:solidFill>
                  <a:srgbClr val="448AFF"/>
                </a:solidFill>
              </a:defRPr>
            </a:lvl1pPr>
          </a:lstStyle>
          <a:p>
            <a:r>
              <a:rPr lang="ko-KR" altLang="en-US" dirty="0"/>
              <a:t>김성윤   </a:t>
            </a:r>
            <a:r>
              <a:rPr lang="en-US" altLang="ko-KR" dirty="0"/>
              <a:t>-   </a:t>
            </a:r>
            <a:r>
              <a:rPr lang="ko-KR" altLang="en-US" dirty="0"/>
              <a:t>슬라이드 </a:t>
            </a:r>
            <a:r>
              <a:rPr lang="en-US" altLang="ko-KR" dirty="0"/>
              <a:t>26~27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9282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A0C797-29EB-455F-A778-6D38C6BC7F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5659" r="22551" b="36490"/>
          <a:stretch/>
        </p:blipFill>
        <p:spPr>
          <a:xfrm>
            <a:off x="2746310" y="1521131"/>
            <a:ext cx="6699380" cy="381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4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E86492-97CA-4893-8BED-FB84B3371F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39" t="5303" r="20510" b="27757"/>
          <a:stretch/>
        </p:blipFill>
        <p:spPr>
          <a:xfrm>
            <a:off x="2587690" y="1217645"/>
            <a:ext cx="7016620" cy="442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10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32</Words>
  <Application>Microsoft Office PowerPoint</Application>
  <PresentationFormat>와이드스크린</PresentationFormat>
  <Paragraphs>8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안현민</dc:creator>
  <cp:lastModifiedBy>314</cp:lastModifiedBy>
  <cp:revision>6</cp:revision>
  <dcterms:created xsi:type="dcterms:W3CDTF">2021-10-07T12:45:17Z</dcterms:created>
  <dcterms:modified xsi:type="dcterms:W3CDTF">2022-11-16T03:41:47Z</dcterms:modified>
</cp:coreProperties>
</file>
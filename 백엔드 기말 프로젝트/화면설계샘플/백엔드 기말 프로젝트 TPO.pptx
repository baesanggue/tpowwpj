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58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79025C-70F3-7BFA-637E-7A948A159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E74E47-6B4F-A4A9-9C76-1876CE022E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6CEF78-5955-63B1-92FB-1CC6593E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E1DD5-0D7B-B4EB-6CD3-65971373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64B84C-AD15-4600-B966-5A9CEF7E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54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C00806-6952-8741-6403-53380E249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FC596B-260E-AED8-037D-1E52716CD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716633-9620-EB12-FB42-90FC1A9B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A77F9F-397F-FD10-E04A-834B4BA2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A551AE-52CE-C8D6-5E90-419120E8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63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AA2BAE-981D-82E6-F92A-D66BFAF96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6E9C92-FCA5-308D-CBE5-2DC77690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48DB5B-FB0A-9B06-E674-517366A5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B84FEF-F155-ABF7-417A-C68CAD892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CC6630-1E0B-63AF-200C-DC18152B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85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6B44D-3A32-F8C4-80E5-622DCA42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0E8B5-6397-0F20-E173-AF1E233046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CEAECA-51C4-837F-769D-C21ECD687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A3E1C6-21A0-4FA6-AA99-52CBCF06A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F7F365-7781-F995-D04E-138BFBC4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B767B6-CDBC-25E3-ACC6-CEA96D46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933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791EE7-0E93-F4C3-5DF4-AA5105B5C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B1F29-B72C-E94D-CFD0-DCA8385C1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622310-0CF2-63ED-1DEA-FC70C7D1D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C72879-B316-0356-FE8E-6D99D8248F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40E4D3-52BB-6882-A6CF-2654DEAA7F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8891AA-4928-7866-C72F-D8FE6ABF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D718011-22C8-66BD-04AF-2A01B59CC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7050FA-AFBF-AC28-3EE8-5FE80325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06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6E2CE-AD64-A890-BACD-E2F6B699C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A27924-7FF6-FDD6-3218-58C90719A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54384F-68D8-4E70-4000-091A08C3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D7B945-BA95-25B2-0E06-879740220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91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F0BAB67-80F9-4D6F-FD4E-3E92A2D4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222728-3640-E804-3CA0-0BC1B423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4082A5-9D7F-317A-5DE8-684318B5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53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FCED1-48B4-1BFF-29AC-A8FC7068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5F3A9-D901-D086-4FF2-745C95ACE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62AA45-0CCA-9B9C-C63B-B3A150D54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EF284-97CF-0C3F-D387-7A9BFAA3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FEDBF1-EE26-02B1-2E09-71742955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9AD2AD-0D9F-2688-DAA4-1CFF6CEB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27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96AF8-D8A6-5D2F-AA4F-8DC7F952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BD8526-0DB6-BC5E-490C-A01D63D54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BE6A12-7523-24E6-F3C0-E7ABAFD9A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79C9D2-0DCC-E527-6BB3-F6DC097F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7CF576-146A-F636-A71D-8150713C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171217-2643-46BB-5959-82DE43D6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78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B5758-2F35-915F-AFCF-DA8EE21B8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87F532-F267-EF85-0195-0E49A8C9C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D09535-00EC-5FE2-5686-212ED0BC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7CA3B0-BB34-7FA6-C35B-D32CFA871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FAC06B-6827-0BE9-2F2D-2381D89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53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DCC9C55-F9BC-73DC-C793-648BD89B0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4490B7-313E-1DAB-BCFB-F2AE1AB7A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02B679-E946-1342-5A27-30A6EA1B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B2A7F9-9070-E99D-9E94-10E3A1BE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E7B755-7B92-D62D-9FC8-1FF072F26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69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5492F0-EC57-0354-D56C-60275E72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A68626-A6FB-AB9C-7092-2B14BF96C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EDB44-7BF9-A5CE-26B1-99F422902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34174-239F-4AF8-8B50-996C9EA2CA87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876EDC-4D89-9531-85F2-2CCDF6DC37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757DAE-AF3D-7F32-413F-576E0FA5B8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523D8-15BC-4C45-AF59-A53FA04B34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950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C4AE24-C055-870D-6137-E7EA140C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4613"/>
          </a:xfrm>
        </p:spPr>
        <p:txBody>
          <a:bodyPr/>
          <a:lstStyle/>
          <a:p>
            <a:pPr algn="ctr"/>
            <a:r>
              <a:rPr lang="ko-KR" altLang="en-US" dirty="0"/>
              <a:t>홈페이지 이름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0CD176-97FC-5A33-1FCC-4665A6DE575A}"/>
              </a:ext>
            </a:extLst>
          </p:cNvPr>
          <p:cNvSpPr/>
          <p:nvPr/>
        </p:nvSpPr>
        <p:spPr>
          <a:xfrm>
            <a:off x="0" y="1104613"/>
            <a:ext cx="12192000" cy="533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61FCD-8564-7A57-4EFA-A984D933BC74}"/>
              </a:ext>
            </a:extLst>
          </p:cNvPr>
          <p:cNvSpPr txBox="1"/>
          <p:nvPr/>
        </p:nvSpPr>
        <p:spPr>
          <a:xfrm>
            <a:off x="742055" y="1173110"/>
            <a:ext cx="150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로그인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CA835-9A54-72E9-706B-36BF17FB83D6}"/>
              </a:ext>
            </a:extLst>
          </p:cNvPr>
          <p:cNvSpPr txBox="1"/>
          <p:nvPr/>
        </p:nvSpPr>
        <p:spPr>
          <a:xfrm>
            <a:off x="10070164" y="1173110"/>
            <a:ext cx="150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회원가입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99864-B2E4-C4AD-4D87-AAFC638D8760}"/>
              </a:ext>
            </a:extLst>
          </p:cNvPr>
          <p:cNvSpPr txBox="1"/>
          <p:nvPr/>
        </p:nvSpPr>
        <p:spPr>
          <a:xfrm>
            <a:off x="2245599" y="1176147"/>
            <a:ext cx="4546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Id: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C019C-6FF0-04C0-472F-3E0C4275D8F1}"/>
              </a:ext>
            </a:extLst>
          </p:cNvPr>
          <p:cNvSpPr txBox="1"/>
          <p:nvPr/>
        </p:nvSpPr>
        <p:spPr>
          <a:xfrm>
            <a:off x="4240608" y="1180363"/>
            <a:ext cx="11542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Password: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FA6D69-2AA9-1E99-9E0D-4DB5A45F23A3}"/>
              </a:ext>
            </a:extLst>
          </p:cNvPr>
          <p:cNvSpPr txBox="1"/>
          <p:nvPr/>
        </p:nvSpPr>
        <p:spPr>
          <a:xfrm>
            <a:off x="2761612" y="1179805"/>
            <a:ext cx="150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idinsert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14A6B9-0027-3B0D-35F6-6F95DC097ADC}"/>
              </a:ext>
            </a:extLst>
          </p:cNvPr>
          <p:cNvSpPr txBox="1"/>
          <p:nvPr/>
        </p:nvSpPr>
        <p:spPr>
          <a:xfrm>
            <a:off x="5403041" y="1173110"/>
            <a:ext cx="150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pwinsert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52B6CA-D496-6780-792C-502DCBABA974}"/>
              </a:ext>
            </a:extLst>
          </p:cNvPr>
          <p:cNvSpPr txBox="1"/>
          <p:nvPr/>
        </p:nvSpPr>
        <p:spPr>
          <a:xfrm>
            <a:off x="6535815" y="1200695"/>
            <a:ext cx="10187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submit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61AB91-54C8-4202-8736-11026BDC61C3}"/>
              </a:ext>
            </a:extLst>
          </p:cNvPr>
          <p:cNvSpPr txBox="1"/>
          <p:nvPr/>
        </p:nvSpPr>
        <p:spPr>
          <a:xfrm>
            <a:off x="7676772" y="1200695"/>
            <a:ext cx="10187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reset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266CDF2-2976-5DEA-39E1-D4AFDCC83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342" y="1751969"/>
            <a:ext cx="3846646" cy="400141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8719FF3-6E10-7252-CBDB-BE3040FCB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88" y="2393414"/>
            <a:ext cx="4114418" cy="2718527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8B9EF53-5949-8D29-5B9E-FA218217325C}"/>
              </a:ext>
            </a:extLst>
          </p:cNvPr>
          <p:cNvSpPr/>
          <p:nvPr/>
        </p:nvSpPr>
        <p:spPr>
          <a:xfrm>
            <a:off x="0" y="6324088"/>
            <a:ext cx="12192000" cy="533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footer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51C97F-0EBA-C642-08F3-EACAE98EE850}"/>
              </a:ext>
            </a:extLst>
          </p:cNvPr>
          <p:cNvSpPr/>
          <p:nvPr/>
        </p:nvSpPr>
        <p:spPr>
          <a:xfrm>
            <a:off x="4661879" y="5793276"/>
            <a:ext cx="2430217" cy="5308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TPO </a:t>
            </a:r>
            <a:r>
              <a:rPr lang="ko-KR" altLang="en-US" dirty="0">
                <a:solidFill>
                  <a:sysClr val="windowText" lastClr="000000"/>
                </a:solidFill>
              </a:rPr>
              <a:t>복장 추천 받기</a:t>
            </a:r>
          </a:p>
        </p:txBody>
      </p:sp>
    </p:spTree>
    <p:extLst>
      <p:ext uri="{BB962C8B-B14F-4D97-AF65-F5344CB8AC3E}">
        <p14:creationId xmlns:p14="http://schemas.microsoft.com/office/powerpoint/2010/main" val="16935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C5CA1-E92D-1656-CDA9-B90C781FA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098A98-0DEA-0BBC-664A-BF60F7E7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4613"/>
          </a:xfrm>
        </p:spPr>
        <p:txBody>
          <a:bodyPr/>
          <a:lstStyle/>
          <a:p>
            <a:pPr algn="ctr"/>
            <a:r>
              <a:rPr lang="ko-KR" altLang="en-US" dirty="0"/>
              <a:t>홈페이지 이름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D3FBDB-F5F5-9E6B-B44E-B881DBB57CFF}"/>
              </a:ext>
            </a:extLst>
          </p:cNvPr>
          <p:cNvSpPr/>
          <p:nvPr/>
        </p:nvSpPr>
        <p:spPr>
          <a:xfrm>
            <a:off x="0" y="5817793"/>
            <a:ext cx="12192000" cy="1040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footer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45A35C-4E58-E659-1824-9CB2E0E800AB}"/>
              </a:ext>
            </a:extLst>
          </p:cNvPr>
          <p:cNvSpPr/>
          <p:nvPr/>
        </p:nvSpPr>
        <p:spPr>
          <a:xfrm>
            <a:off x="4880891" y="939470"/>
            <a:ext cx="2430217" cy="626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회원가입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DA4ABFB-0D48-2609-D68B-84A07C35622C}"/>
              </a:ext>
            </a:extLst>
          </p:cNvPr>
          <p:cNvSpPr/>
          <p:nvPr/>
        </p:nvSpPr>
        <p:spPr>
          <a:xfrm>
            <a:off x="0" y="1565498"/>
            <a:ext cx="12192000" cy="4119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063FF5-B99D-71CF-0ACB-754CA9DC92AA}"/>
              </a:ext>
            </a:extLst>
          </p:cNvPr>
          <p:cNvSpPr txBox="1"/>
          <p:nvPr/>
        </p:nvSpPr>
        <p:spPr>
          <a:xfrm>
            <a:off x="4848160" y="2026382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3A4986-905A-AC25-B84F-7E8A4684600F}"/>
              </a:ext>
            </a:extLst>
          </p:cNvPr>
          <p:cNvSpPr txBox="1"/>
          <p:nvPr/>
        </p:nvSpPr>
        <p:spPr>
          <a:xfrm>
            <a:off x="4854297" y="2528618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나이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0AFE5E-A4AD-3A49-BE74-53FE911C3098}"/>
              </a:ext>
            </a:extLst>
          </p:cNvPr>
          <p:cNvSpPr txBox="1"/>
          <p:nvPr/>
        </p:nvSpPr>
        <p:spPr>
          <a:xfrm>
            <a:off x="5075225" y="3030854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id: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CA4608-ECD0-F4EA-16E3-1A62C6B60DC3}"/>
              </a:ext>
            </a:extLst>
          </p:cNvPr>
          <p:cNvSpPr txBox="1"/>
          <p:nvPr/>
        </p:nvSpPr>
        <p:spPr>
          <a:xfrm>
            <a:off x="4319361" y="3533090"/>
            <a:ext cx="130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password: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6D21BC-0D16-2827-566A-F338225320F7}"/>
              </a:ext>
            </a:extLst>
          </p:cNvPr>
          <p:cNvSpPr txBox="1"/>
          <p:nvPr/>
        </p:nvSpPr>
        <p:spPr>
          <a:xfrm>
            <a:off x="4826168" y="4022789"/>
            <a:ext cx="101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BDE247-ADF0-5047-E560-BA0451583A36}"/>
              </a:ext>
            </a:extLst>
          </p:cNvPr>
          <p:cNvSpPr txBox="1"/>
          <p:nvPr/>
        </p:nvSpPr>
        <p:spPr>
          <a:xfrm>
            <a:off x="5620388" y="2026382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AE400-B744-E50F-D936-772A298122D7}"/>
              </a:ext>
            </a:extLst>
          </p:cNvPr>
          <p:cNvSpPr txBox="1"/>
          <p:nvPr/>
        </p:nvSpPr>
        <p:spPr>
          <a:xfrm>
            <a:off x="6534787" y="2026382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B0E8473-1160-2AE5-3547-3591EA69B9A6}"/>
              </a:ext>
            </a:extLst>
          </p:cNvPr>
          <p:cNvSpPr/>
          <p:nvPr/>
        </p:nvSpPr>
        <p:spPr>
          <a:xfrm>
            <a:off x="6148162" y="2183135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470357-ED09-5434-E6D8-74A786F7D395}"/>
              </a:ext>
            </a:extLst>
          </p:cNvPr>
          <p:cNvSpPr/>
          <p:nvPr/>
        </p:nvSpPr>
        <p:spPr>
          <a:xfrm>
            <a:off x="7013463" y="2183135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CF1284-E9CF-CB76-137D-83ECDE3C6703}"/>
              </a:ext>
            </a:extLst>
          </p:cNvPr>
          <p:cNvSpPr/>
          <p:nvPr/>
        </p:nvSpPr>
        <p:spPr>
          <a:xfrm>
            <a:off x="5695055" y="2593085"/>
            <a:ext cx="625454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F901753-FD7A-AD73-1255-4F3CECF8B8A3}"/>
              </a:ext>
            </a:extLst>
          </p:cNvPr>
          <p:cNvSpPr/>
          <p:nvPr/>
        </p:nvSpPr>
        <p:spPr>
          <a:xfrm>
            <a:off x="5695054" y="3074138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F10AF36-F753-3EE3-764E-F04AA48C7DB7}"/>
              </a:ext>
            </a:extLst>
          </p:cNvPr>
          <p:cNvSpPr/>
          <p:nvPr/>
        </p:nvSpPr>
        <p:spPr>
          <a:xfrm>
            <a:off x="5695053" y="3533090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1E94062-717F-671C-0333-520B125308F3}"/>
              </a:ext>
            </a:extLst>
          </p:cNvPr>
          <p:cNvSpPr/>
          <p:nvPr/>
        </p:nvSpPr>
        <p:spPr>
          <a:xfrm>
            <a:off x="5692240" y="4085923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C2D3A7-E4B6-0CE8-7EB2-514E95CDFE1D}"/>
              </a:ext>
            </a:extLst>
          </p:cNvPr>
          <p:cNvSpPr/>
          <p:nvPr/>
        </p:nvSpPr>
        <p:spPr>
          <a:xfrm>
            <a:off x="4848160" y="4624592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submit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FE4812E-09FA-1222-EC2D-6AE0250481F4}"/>
              </a:ext>
            </a:extLst>
          </p:cNvPr>
          <p:cNvSpPr/>
          <p:nvPr/>
        </p:nvSpPr>
        <p:spPr>
          <a:xfrm>
            <a:off x="6271156" y="4624592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reset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094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59A56-D7B5-0A38-5BD7-E98DAD16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3C8BD-7BB9-9FDB-31DC-4D1E7ABF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4613"/>
          </a:xfrm>
        </p:spPr>
        <p:txBody>
          <a:bodyPr/>
          <a:lstStyle/>
          <a:p>
            <a:pPr algn="ctr"/>
            <a:r>
              <a:rPr lang="ko-KR" altLang="en-US" dirty="0"/>
              <a:t>홈페이지 이름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4DD95D-7530-8265-A0EF-B4C1AA00E392}"/>
              </a:ext>
            </a:extLst>
          </p:cNvPr>
          <p:cNvSpPr/>
          <p:nvPr/>
        </p:nvSpPr>
        <p:spPr>
          <a:xfrm>
            <a:off x="0" y="1104613"/>
            <a:ext cx="12192000" cy="533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F2882E-84ED-F042-2279-A340D644C62E}"/>
              </a:ext>
            </a:extLst>
          </p:cNvPr>
          <p:cNvSpPr txBox="1"/>
          <p:nvPr/>
        </p:nvSpPr>
        <p:spPr>
          <a:xfrm>
            <a:off x="7977476" y="1173110"/>
            <a:ext cx="240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***</a:t>
            </a:r>
            <a:r>
              <a:rPr lang="ko-KR" altLang="en-US" dirty="0"/>
              <a:t>님 환영합니다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2AEB5E-0F3C-6234-1897-E418670DF83A}"/>
              </a:ext>
            </a:extLst>
          </p:cNvPr>
          <p:cNvSpPr/>
          <p:nvPr/>
        </p:nvSpPr>
        <p:spPr>
          <a:xfrm>
            <a:off x="0" y="5817793"/>
            <a:ext cx="12192000" cy="1040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footer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BB0B6B-7E3D-497C-2556-598B07DF9FCF}"/>
              </a:ext>
            </a:extLst>
          </p:cNvPr>
          <p:cNvSpPr/>
          <p:nvPr/>
        </p:nvSpPr>
        <p:spPr>
          <a:xfrm>
            <a:off x="4880891" y="1638525"/>
            <a:ext cx="2430217" cy="626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마이페이지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A88CA3-395E-D713-8A36-BBAFF7F75782}"/>
              </a:ext>
            </a:extLst>
          </p:cNvPr>
          <p:cNvSpPr/>
          <p:nvPr/>
        </p:nvSpPr>
        <p:spPr>
          <a:xfrm>
            <a:off x="0" y="2264552"/>
            <a:ext cx="12192000" cy="3420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C8E77-2AB2-123C-BD27-C437D4194CCA}"/>
              </a:ext>
            </a:extLst>
          </p:cNvPr>
          <p:cNvSpPr txBox="1"/>
          <p:nvPr/>
        </p:nvSpPr>
        <p:spPr>
          <a:xfrm>
            <a:off x="2012906" y="2477206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07736C-DDC1-1B30-4985-B1CDB4BE4F59}"/>
              </a:ext>
            </a:extLst>
          </p:cNvPr>
          <p:cNvSpPr txBox="1"/>
          <p:nvPr/>
        </p:nvSpPr>
        <p:spPr>
          <a:xfrm>
            <a:off x="2019043" y="2979442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나이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11B188-3F7F-09AF-1A01-29836529B17B}"/>
              </a:ext>
            </a:extLst>
          </p:cNvPr>
          <p:cNvSpPr txBox="1"/>
          <p:nvPr/>
        </p:nvSpPr>
        <p:spPr>
          <a:xfrm>
            <a:off x="2239971" y="3481678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id: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EE746-1153-8B9C-DEF7-A9DB28F6AEF1}"/>
              </a:ext>
            </a:extLst>
          </p:cNvPr>
          <p:cNvSpPr txBox="1"/>
          <p:nvPr/>
        </p:nvSpPr>
        <p:spPr>
          <a:xfrm>
            <a:off x="1484107" y="3983914"/>
            <a:ext cx="130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password: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FE8E35-9D80-C85C-4020-090FC6799277}"/>
              </a:ext>
            </a:extLst>
          </p:cNvPr>
          <p:cNvSpPr txBox="1"/>
          <p:nvPr/>
        </p:nvSpPr>
        <p:spPr>
          <a:xfrm>
            <a:off x="1990914" y="4473613"/>
            <a:ext cx="101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4177ED-953C-1FC2-79DE-0946C7A9E9FF}"/>
              </a:ext>
            </a:extLst>
          </p:cNvPr>
          <p:cNvSpPr txBox="1"/>
          <p:nvPr/>
        </p:nvSpPr>
        <p:spPr>
          <a:xfrm>
            <a:off x="2785134" y="2477206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F5FC39-F30D-9DC9-FF8E-893FEDE36C34}"/>
              </a:ext>
            </a:extLst>
          </p:cNvPr>
          <p:cNvSpPr txBox="1"/>
          <p:nvPr/>
        </p:nvSpPr>
        <p:spPr>
          <a:xfrm>
            <a:off x="3699533" y="2477206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E7BF85-0650-3D01-8D6C-8C5049CB3913}"/>
              </a:ext>
            </a:extLst>
          </p:cNvPr>
          <p:cNvSpPr/>
          <p:nvPr/>
        </p:nvSpPr>
        <p:spPr>
          <a:xfrm>
            <a:off x="3312908" y="2633959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74C26BA-6F77-5FD8-8709-0E8C1FAD8C87}"/>
              </a:ext>
            </a:extLst>
          </p:cNvPr>
          <p:cNvSpPr/>
          <p:nvPr/>
        </p:nvSpPr>
        <p:spPr>
          <a:xfrm>
            <a:off x="4178209" y="2633959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D3B0996-C192-B761-67DC-253DE932384A}"/>
              </a:ext>
            </a:extLst>
          </p:cNvPr>
          <p:cNvSpPr/>
          <p:nvPr/>
        </p:nvSpPr>
        <p:spPr>
          <a:xfrm>
            <a:off x="2859801" y="3043909"/>
            <a:ext cx="625454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DD69E4E-3484-844A-3BB0-A2387E12E376}"/>
              </a:ext>
            </a:extLst>
          </p:cNvPr>
          <p:cNvSpPr/>
          <p:nvPr/>
        </p:nvSpPr>
        <p:spPr>
          <a:xfrm>
            <a:off x="2859800" y="3524962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76B9646-FAEB-E75F-313C-E43BAC15772D}"/>
              </a:ext>
            </a:extLst>
          </p:cNvPr>
          <p:cNvSpPr/>
          <p:nvPr/>
        </p:nvSpPr>
        <p:spPr>
          <a:xfrm>
            <a:off x="2859799" y="3983914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D05B1E9-DE5E-1315-7431-66F6D636433C}"/>
              </a:ext>
            </a:extLst>
          </p:cNvPr>
          <p:cNvSpPr/>
          <p:nvPr/>
        </p:nvSpPr>
        <p:spPr>
          <a:xfrm>
            <a:off x="2856986" y="4536747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C32C0AE-47AA-52D1-D4A5-26DC1548D9B5}"/>
              </a:ext>
            </a:extLst>
          </p:cNvPr>
          <p:cNvSpPr/>
          <p:nvPr/>
        </p:nvSpPr>
        <p:spPr>
          <a:xfrm>
            <a:off x="2012906" y="5075416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submit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F0947B5-29AE-45EB-7BF5-64DD57677DE6}"/>
              </a:ext>
            </a:extLst>
          </p:cNvPr>
          <p:cNvSpPr/>
          <p:nvPr/>
        </p:nvSpPr>
        <p:spPr>
          <a:xfrm>
            <a:off x="3435902" y="5075416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C437F7D-2586-CCAF-47BE-72AEF05BDC9A}"/>
              </a:ext>
            </a:extLst>
          </p:cNvPr>
          <p:cNvSpPr/>
          <p:nvPr/>
        </p:nvSpPr>
        <p:spPr>
          <a:xfrm>
            <a:off x="6480580" y="2264552"/>
            <a:ext cx="5247060" cy="3420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C8DE0-B892-4FFA-50EE-D51792EA3DB0}"/>
              </a:ext>
            </a:extLst>
          </p:cNvPr>
          <p:cNvSpPr txBox="1"/>
          <p:nvPr/>
        </p:nvSpPr>
        <p:spPr>
          <a:xfrm>
            <a:off x="9021260" y="2292540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내역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E2C4A-E62E-AC0B-1E33-3E86AF1630C1}"/>
              </a:ext>
            </a:extLst>
          </p:cNvPr>
          <p:cNvSpPr txBox="1"/>
          <p:nvPr/>
        </p:nvSpPr>
        <p:spPr>
          <a:xfrm>
            <a:off x="6735006" y="2637475"/>
            <a:ext cx="36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E48231-2EEA-8A82-2DA2-4B641359AAA1}"/>
              </a:ext>
            </a:extLst>
          </p:cNvPr>
          <p:cNvSpPr txBox="1"/>
          <p:nvPr/>
        </p:nvSpPr>
        <p:spPr>
          <a:xfrm>
            <a:off x="7167910" y="2640841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CD468-813A-FC35-CCEA-15AEAAB8463A}"/>
              </a:ext>
            </a:extLst>
          </p:cNvPr>
          <p:cNvSpPr txBox="1"/>
          <p:nvPr/>
        </p:nvSpPr>
        <p:spPr>
          <a:xfrm>
            <a:off x="7180701" y="3017055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출력</a:t>
            </a:r>
            <a:r>
              <a:rPr lang="en-US" altLang="ko-KR" dirty="0"/>
              <a:t>:  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DA6B95-A815-59C2-8580-25C4A1001659}"/>
              </a:ext>
            </a:extLst>
          </p:cNvPr>
          <p:cNvSpPr/>
          <p:nvPr/>
        </p:nvSpPr>
        <p:spPr>
          <a:xfrm>
            <a:off x="6480580" y="2633959"/>
            <a:ext cx="5247060" cy="3762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644C26-1D10-4922-41CC-82662C5F5612}"/>
              </a:ext>
            </a:extLst>
          </p:cNvPr>
          <p:cNvSpPr/>
          <p:nvPr/>
        </p:nvSpPr>
        <p:spPr>
          <a:xfrm>
            <a:off x="6480580" y="3017055"/>
            <a:ext cx="5247060" cy="3762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216F1-4EE1-3D13-B754-B918D22628BE}"/>
              </a:ext>
            </a:extLst>
          </p:cNvPr>
          <p:cNvSpPr txBox="1"/>
          <p:nvPr/>
        </p:nvSpPr>
        <p:spPr>
          <a:xfrm>
            <a:off x="6735006" y="3416227"/>
            <a:ext cx="364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F78820-A07A-99CD-265C-EF5362D25839}"/>
              </a:ext>
            </a:extLst>
          </p:cNvPr>
          <p:cNvSpPr txBox="1"/>
          <p:nvPr/>
        </p:nvSpPr>
        <p:spPr>
          <a:xfrm>
            <a:off x="7167910" y="3419593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15BE97-1846-DF23-91F1-53694C1A78E5}"/>
              </a:ext>
            </a:extLst>
          </p:cNvPr>
          <p:cNvSpPr txBox="1"/>
          <p:nvPr/>
        </p:nvSpPr>
        <p:spPr>
          <a:xfrm>
            <a:off x="7180701" y="3795807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출력</a:t>
            </a:r>
            <a:r>
              <a:rPr lang="en-US" altLang="ko-KR" dirty="0"/>
              <a:t>:  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CC068B-75AA-EBD9-0C0E-3A465673A3F8}"/>
              </a:ext>
            </a:extLst>
          </p:cNvPr>
          <p:cNvSpPr/>
          <p:nvPr/>
        </p:nvSpPr>
        <p:spPr>
          <a:xfrm>
            <a:off x="6480580" y="3412711"/>
            <a:ext cx="5247060" cy="3762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1C2CC58-0885-8668-10D4-4576E679BA31}"/>
              </a:ext>
            </a:extLst>
          </p:cNvPr>
          <p:cNvSpPr/>
          <p:nvPr/>
        </p:nvSpPr>
        <p:spPr>
          <a:xfrm>
            <a:off x="6480580" y="3795807"/>
            <a:ext cx="5247060" cy="3762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016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491D-9BAF-CE04-9A54-0CD44633C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B834-A06F-97D9-3A5A-E3A0878D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4613"/>
          </a:xfrm>
        </p:spPr>
        <p:txBody>
          <a:bodyPr/>
          <a:lstStyle/>
          <a:p>
            <a:pPr algn="ctr"/>
            <a:r>
              <a:rPr lang="ko-KR" altLang="en-US" dirty="0"/>
              <a:t>홈페이지 이름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9D9054-C4E1-36E3-9871-9462EA765ACD}"/>
              </a:ext>
            </a:extLst>
          </p:cNvPr>
          <p:cNvSpPr/>
          <p:nvPr/>
        </p:nvSpPr>
        <p:spPr>
          <a:xfrm>
            <a:off x="0" y="1104613"/>
            <a:ext cx="12192000" cy="533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3F8BE5-A106-6537-4606-BAB6CF9EB85C}"/>
              </a:ext>
            </a:extLst>
          </p:cNvPr>
          <p:cNvSpPr txBox="1"/>
          <p:nvPr/>
        </p:nvSpPr>
        <p:spPr>
          <a:xfrm>
            <a:off x="7977476" y="1173110"/>
            <a:ext cx="240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***</a:t>
            </a:r>
            <a:r>
              <a:rPr lang="ko-KR" altLang="en-US" dirty="0"/>
              <a:t>님 환영합니다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A8ECA-F950-3D25-A336-B17312C3F76F}"/>
              </a:ext>
            </a:extLst>
          </p:cNvPr>
          <p:cNvSpPr txBox="1"/>
          <p:nvPr/>
        </p:nvSpPr>
        <p:spPr>
          <a:xfrm>
            <a:off x="10070164" y="1173110"/>
            <a:ext cx="150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BD0358C-4919-7409-8ABB-61AFC75B0B44}"/>
              </a:ext>
            </a:extLst>
          </p:cNvPr>
          <p:cNvSpPr/>
          <p:nvPr/>
        </p:nvSpPr>
        <p:spPr>
          <a:xfrm>
            <a:off x="0" y="5817793"/>
            <a:ext cx="12192000" cy="1040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footer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DF5C57-2390-29B3-9B3D-DFADC62EDA98}"/>
              </a:ext>
            </a:extLst>
          </p:cNvPr>
          <p:cNvSpPr/>
          <p:nvPr/>
        </p:nvSpPr>
        <p:spPr>
          <a:xfrm>
            <a:off x="4880891" y="1638525"/>
            <a:ext cx="2430217" cy="626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TPO </a:t>
            </a:r>
            <a:r>
              <a:rPr lang="ko-KR" altLang="en-US" dirty="0">
                <a:solidFill>
                  <a:sysClr val="windowText" lastClr="000000"/>
                </a:solidFill>
              </a:rPr>
              <a:t>복장 추천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05C593-837F-D3BD-FA43-0C5789F22A0D}"/>
              </a:ext>
            </a:extLst>
          </p:cNvPr>
          <p:cNvSpPr/>
          <p:nvPr/>
        </p:nvSpPr>
        <p:spPr>
          <a:xfrm>
            <a:off x="0" y="2264552"/>
            <a:ext cx="12192000" cy="3420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F34202-1FCF-A0E6-260E-CA50B7A8A8B2}"/>
              </a:ext>
            </a:extLst>
          </p:cNvPr>
          <p:cNvSpPr txBox="1"/>
          <p:nvPr/>
        </p:nvSpPr>
        <p:spPr>
          <a:xfrm>
            <a:off x="1442173" y="2526301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AE3A0-92E4-28D7-631F-01B73A59AA5C}"/>
              </a:ext>
            </a:extLst>
          </p:cNvPr>
          <p:cNvSpPr txBox="1"/>
          <p:nvPr/>
        </p:nvSpPr>
        <p:spPr>
          <a:xfrm>
            <a:off x="1448310" y="3028537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나이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788885-798A-5F07-AEA8-0AD9E38C7E17}"/>
              </a:ext>
            </a:extLst>
          </p:cNvPr>
          <p:cNvSpPr txBox="1"/>
          <p:nvPr/>
        </p:nvSpPr>
        <p:spPr>
          <a:xfrm>
            <a:off x="1442173" y="3530773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언제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7BEE76-B4BD-B812-A807-37F53410D191}"/>
              </a:ext>
            </a:extLst>
          </p:cNvPr>
          <p:cNvSpPr txBox="1"/>
          <p:nvPr/>
        </p:nvSpPr>
        <p:spPr>
          <a:xfrm>
            <a:off x="1276476" y="4023896"/>
            <a:ext cx="101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어디서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F5B977-E197-641A-BC79-618AB6658C3C}"/>
              </a:ext>
            </a:extLst>
          </p:cNvPr>
          <p:cNvSpPr txBox="1"/>
          <p:nvPr/>
        </p:nvSpPr>
        <p:spPr>
          <a:xfrm>
            <a:off x="1276476" y="4517019"/>
            <a:ext cx="101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무엇을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B8A460-736F-2681-D422-15BCC7B99EA8}"/>
              </a:ext>
            </a:extLst>
          </p:cNvPr>
          <p:cNvSpPr txBox="1"/>
          <p:nvPr/>
        </p:nvSpPr>
        <p:spPr>
          <a:xfrm>
            <a:off x="2214401" y="2526301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254A12-FAFC-FAFB-6E03-253640823601}"/>
              </a:ext>
            </a:extLst>
          </p:cNvPr>
          <p:cNvSpPr txBox="1"/>
          <p:nvPr/>
        </p:nvSpPr>
        <p:spPr>
          <a:xfrm>
            <a:off x="3128800" y="2526301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92BF486-35AE-11CF-1F8C-5E6EBC35B108}"/>
              </a:ext>
            </a:extLst>
          </p:cNvPr>
          <p:cNvSpPr/>
          <p:nvPr/>
        </p:nvSpPr>
        <p:spPr>
          <a:xfrm>
            <a:off x="2742175" y="2683054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847F778-40FA-641D-0037-0F5D587A8422}"/>
              </a:ext>
            </a:extLst>
          </p:cNvPr>
          <p:cNvSpPr/>
          <p:nvPr/>
        </p:nvSpPr>
        <p:spPr>
          <a:xfrm>
            <a:off x="3607476" y="2683054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614E462-D360-5057-E9A6-FB0A63547DFD}"/>
              </a:ext>
            </a:extLst>
          </p:cNvPr>
          <p:cNvSpPr/>
          <p:nvPr/>
        </p:nvSpPr>
        <p:spPr>
          <a:xfrm>
            <a:off x="2289068" y="3093004"/>
            <a:ext cx="625454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1FAFDE-2156-620E-B735-7DC9DDCE57E3}"/>
              </a:ext>
            </a:extLst>
          </p:cNvPr>
          <p:cNvSpPr/>
          <p:nvPr/>
        </p:nvSpPr>
        <p:spPr>
          <a:xfrm>
            <a:off x="2289067" y="3574057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A80A39F-25A5-12CA-022C-D0247132D5C3}"/>
              </a:ext>
            </a:extLst>
          </p:cNvPr>
          <p:cNvSpPr/>
          <p:nvPr/>
        </p:nvSpPr>
        <p:spPr>
          <a:xfrm>
            <a:off x="2289066" y="4068359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58C0434-F314-3343-2C3F-6CEB6DDC735E}"/>
              </a:ext>
            </a:extLst>
          </p:cNvPr>
          <p:cNvSpPr/>
          <p:nvPr/>
        </p:nvSpPr>
        <p:spPr>
          <a:xfrm>
            <a:off x="3980804" y="4068359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CC968E-36BC-9EB9-03B8-BA283926EDE6}"/>
              </a:ext>
            </a:extLst>
          </p:cNvPr>
          <p:cNvSpPr txBox="1"/>
          <p:nvPr/>
        </p:nvSpPr>
        <p:spPr>
          <a:xfrm>
            <a:off x="3419279" y="4054780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62F211-2232-475D-1A6F-215DCC5FE39B}"/>
              </a:ext>
            </a:extLst>
          </p:cNvPr>
          <p:cNvSpPr txBox="1"/>
          <p:nvPr/>
        </p:nvSpPr>
        <p:spPr>
          <a:xfrm>
            <a:off x="5228639" y="4068359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1F01250-F696-939F-B15E-289EEE4288B2}"/>
              </a:ext>
            </a:extLst>
          </p:cNvPr>
          <p:cNvSpPr/>
          <p:nvPr/>
        </p:nvSpPr>
        <p:spPr>
          <a:xfrm>
            <a:off x="2289066" y="4536737"/>
            <a:ext cx="2814793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B8641DC-006C-111C-FAD2-9428EA821962}"/>
              </a:ext>
            </a:extLst>
          </p:cNvPr>
          <p:cNvSpPr txBox="1"/>
          <p:nvPr/>
        </p:nvSpPr>
        <p:spPr>
          <a:xfrm>
            <a:off x="5228639" y="4538295"/>
            <a:ext cx="688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해요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9A91F39-D94F-7382-29CB-11A6402D9EFC}"/>
              </a:ext>
            </a:extLst>
          </p:cNvPr>
          <p:cNvSpPr/>
          <p:nvPr/>
        </p:nvSpPr>
        <p:spPr>
          <a:xfrm>
            <a:off x="1442173" y="5124511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submit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24BBF1-DD6B-1C6F-3290-3AEF956339DA}"/>
              </a:ext>
            </a:extLst>
          </p:cNvPr>
          <p:cNvSpPr/>
          <p:nvPr/>
        </p:nvSpPr>
        <p:spPr>
          <a:xfrm>
            <a:off x="2865169" y="5124511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88B13FD-BAA3-F4E7-CED6-6144B35324B7}"/>
              </a:ext>
            </a:extLst>
          </p:cNvPr>
          <p:cNvSpPr/>
          <p:nvPr/>
        </p:nvSpPr>
        <p:spPr>
          <a:xfrm>
            <a:off x="6480580" y="2264552"/>
            <a:ext cx="5247060" cy="3420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사용방법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0564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EB39-070C-8ECE-F7F8-E1C502133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2014F-5A4D-119A-D125-9A9580742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04613"/>
          </a:xfrm>
        </p:spPr>
        <p:txBody>
          <a:bodyPr/>
          <a:lstStyle/>
          <a:p>
            <a:pPr algn="ctr"/>
            <a:r>
              <a:rPr lang="ko-KR" altLang="en-US" dirty="0"/>
              <a:t>홈페이지 이름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901916-D445-A3E4-2F87-21C6BC22BDD5}"/>
              </a:ext>
            </a:extLst>
          </p:cNvPr>
          <p:cNvSpPr/>
          <p:nvPr/>
        </p:nvSpPr>
        <p:spPr>
          <a:xfrm>
            <a:off x="0" y="1104613"/>
            <a:ext cx="12192000" cy="5339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9AEBA-6048-A960-6941-AE8EBFC22958}"/>
              </a:ext>
            </a:extLst>
          </p:cNvPr>
          <p:cNvSpPr txBox="1"/>
          <p:nvPr/>
        </p:nvSpPr>
        <p:spPr>
          <a:xfrm>
            <a:off x="7977476" y="1173110"/>
            <a:ext cx="240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***</a:t>
            </a:r>
            <a:r>
              <a:rPr lang="ko-KR" altLang="en-US" dirty="0"/>
              <a:t>님 환영합니다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6A1B3-E6A0-9BE8-30E0-A2125E4D1CA0}"/>
              </a:ext>
            </a:extLst>
          </p:cNvPr>
          <p:cNvSpPr txBox="1"/>
          <p:nvPr/>
        </p:nvSpPr>
        <p:spPr>
          <a:xfrm>
            <a:off x="10070164" y="1173110"/>
            <a:ext cx="1509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마이페이지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151902-1C27-7942-3FE2-A5E6A7CF2BD4}"/>
              </a:ext>
            </a:extLst>
          </p:cNvPr>
          <p:cNvSpPr/>
          <p:nvPr/>
        </p:nvSpPr>
        <p:spPr>
          <a:xfrm>
            <a:off x="0" y="5817793"/>
            <a:ext cx="12192000" cy="10402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footer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DDD7C8-CF78-8422-02D5-CFC71E70662E}"/>
              </a:ext>
            </a:extLst>
          </p:cNvPr>
          <p:cNvSpPr/>
          <p:nvPr/>
        </p:nvSpPr>
        <p:spPr>
          <a:xfrm>
            <a:off x="4880891" y="1638525"/>
            <a:ext cx="2430217" cy="6260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TPO </a:t>
            </a:r>
            <a:r>
              <a:rPr lang="ko-KR" altLang="en-US" dirty="0">
                <a:solidFill>
                  <a:sysClr val="windowText" lastClr="000000"/>
                </a:solidFill>
              </a:rPr>
              <a:t>복장 추천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802A7D-1934-E55C-FEFA-5D2AEEA07CDB}"/>
              </a:ext>
            </a:extLst>
          </p:cNvPr>
          <p:cNvSpPr/>
          <p:nvPr/>
        </p:nvSpPr>
        <p:spPr>
          <a:xfrm>
            <a:off x="0" y="2264552"/>
            <a:ext cx="12192000" cy="3420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3E421A-43D6-8FF9-6C26-DBAED071D247}"/>
              </a:ext>
            </a:extLst>
          </p:cNvPr>
          <p:cNvSpPr txBox="1"/>
          <p:nvPr/>
        </p:nvSpPr>
        <p:spPr>
          <a:xfrm>
            <a:off x="1442173" y="2526301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성별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4BAB10-AB34-93EF-B9F1-7DBE407F6EB2}"/>
              </a:ext>
            </a:extLst>
          </p:cNvPr>
          <p:cNvSpPr txBox="1"/>
          <p:nvPr/>
        </p:nvSpPr>
        <p:spPr>
          <a:xfrm>
            <a:off x="1448310" y="3028537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나이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6CB6E6-1BA7-19EC-2F01-8C19F4F84396}"/>
              </a:ext>
            </a:extLst>
          </p:cNvPr>
          <p:cNvSpPr txBox="1"/>
          <p:nvPr/>
        </p:nvSpPr>
        <p:spPr>
          <a:xfrm>
            <a:off x="1442173" y="3530773"/>
            <a:ext cx="6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언제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0A6121-350F-5BF0-6946-030E2D322AC6}"/>
              </a:ext>
            </a:extLst>
          </p:cNvPr>
          <p:cNvSpPr txBox="1"/>
          <p:nvPr/>
        </p:nvSpPr>
        <p:spPr>
          <a:xfrm>
            <a:off x="1276476" y="4023896"/>
            <a:ext cx="101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어디서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D348A5-2341-695A-7953-7E0AFEEAE7F9}"/>
              </a:ext>
            </a:extLst>
          </p:cNvPr>
          <p:cNvSpPr txBox="1"/>
          <p:nvPr/>
        </p:nvSpPr>
        <p:spPr>
          <a:xfrm>
            <a:off x="1276476" y="4517019"/>
            <a:ext cx="1012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무엇을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66C33-074B-678B-B51E-DA13416651CD}"/>
              </a:ext>
            </a:extLst>
          </p:cNvPr>
          <p:cNvSpPr txBox="1"/>
          <p:nvPr/>
        </p:nvSpPr>
        <p:spPr>
          <a:xfrm>
            <a:off x="2214401" y="2526301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01FDB7-81D8-5F94-FD1B-60EDB8623453}"/>
              </a:ext>
            </a:extLst>
          </p:cNvPr>
          <p:cNvSpPr txBox="1"/>
          <p:nvPr/>
        </p:nvSpPr>
        <p:spPr>
          <a:xfrm>
            <a:off x="3128800" y="2526301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08481CC-A1B7-8788-A33E-D5A3E2C51309}"/>
              </a:ext>
            </a:extLst>
          </p:cNvPr>
          <p:cNvSpPr/>
          <p:nvPr/>
        </p:nvSpPr>
        <p:spPr>
          <a:xfrm>
            <a:off x="2742175" y="2683054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24DE4FA-DD1C-468E-1F31-5E864622FEB3}"/>
              </a:ext>
            </a:extLst>
          </p:cNvPr>
          <p:cNvSpPr/>
          <p:nvPr/>
        </p:nvSpPr>
        <p:spPr>
          <a:xfrm>
            <a:off x="3607476" y="2683054"/>
            <a:ext cx="172347" cy="1201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F984D78-9497-3A96-3697-6C2F7402C075}"/>
              </a:ext>
            </a:extLst>
          </p:cNvPr>
          <p:cNvSpPr/>
          <p:nvPr/>
        </p:nvSpPr>
        <p:spPr>
          <a:xfrm>
            <a:off x="2289068" y="3093004"/>
            <a:ext cx="625454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781BE5-3443-89EF-D220-9ED48E4F78DD}"/>
              </a:ext>
            </a:extLst>
          </p:cNvPr>
          <p:cNvSpPr/>
          <p:nvPr/>
        </p:nvSpPr>
        <p:spPr>
          <a:xfrm>
            <a:off x="2289067" y="3574057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9A0D280-B74B-DF9C-EFA3-BB021339E944}"/>
              </a:ext>
            </a:extLst>
          </p:cNvPr>
          <p:cNvSpPr/>
          <p:nvPr/>
        </p:nvSpPr>
        <p:spPr>
          <a:xfrm>
            <a:off x="2289066" y="4068359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467B867-9BB2-5CA9-245F-74966A2AA112}"/>
              </a:ext>
            </a:extLst>
          </p:cNvPr>
          <p:cNvSpPr/>
          <p:nvPr/>
        </p:nvSpPr>
        <p:spPr>
          <a:xfrm>
            <a:off x="3980804" y="4068359"/>
            <a:ext cx="1123055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42613D-DB84-8433-40FC-3A465AD06B33}"/>
              </a:ext>
            </a:extLst>
          </p:cNvPr>
          <p:cNvSpPr txBox="1"/>
          <p:nvPr/>
        </p:nvSpPr>
        <p:spPr>
          <a:xfrm>
            <a:off x="3419279" y="4054780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5B58276-D7F6-7C45-E358-57E420682FBD}"/>
              </a:ext>
            </a:extLst>
          </p:cNvPr>
          <p:cNvSpPr txBox="1"/>
          <p:nvPr/>
        </p:nvSpPr>
        <p:spPr>
          <a:xfrm>
            <a:off x="5228639" y="4068359"/>
            <a:ext cx="436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C1AC09-E9A9-C1BF-CD3A-862ADB9AAB13}"/>
              </a:ext>
            </a:extLst>
          </p:cNvPr>
          <p:cNvSpPr/>
          <p:nvPr/>
        </p:nvSpPr>
        <p:spPr>
          <a:xfrm>
            <a:off x="2289066" y="4536737"/>
            <a:ext cx="2814793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2DB451-E9CF-049B-D9AC-7E58A173AFE5}"/>
              </a:ext>
            </a:extLst>
          </p:cNvPr>
          <p:cNvSpPr txBox="1"/>
          <p:nvPr/>
        </p:nvSpPr>
        <p:spPr>
          <a:xfrm>
            <a:off x="5228639" y="4538295"/>
            <a:ext cx="688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해요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1F55064-E5F2-82D6-66B4-521EBBE3C29E}"/>
              </a:ext>
            </a:extLst>
          </p:cNvPr>
          <p:cNvSpPr/>
          <p:nvPr/>
        </p:nvSpPr>
        <p:spPr>
          <a:xfrm>
            <a:off x="1442173" y="5124511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submit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5A9E24D-D011-CF19-FE97-6B5FD40BADFD}"/>
              </a:ext>
            </a:extLst>
          </p:cNvPr>
          <p:cNvSpPr/>
          <p:nvPr/>
        </p:nvSpPr>
        <p:spPr>
          <a:xfrm>
            <a:off x="2865169" y="5124511"/>
            <a:ext cx="1135330" cy="304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reset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4A29969-69D2-DB62-1864-9DB11CE6A21D}"/>
              </a:ext>
            </a:extLst>
          </p:cNvPr>
          <p:cNvSpPr/>
          <p:nvPr/>
        </p:nvSpPr>
        <p:spPr>
          <a:xfrm>
            <a:off x="6480580" y="2264552"/>
            <a:ext cx="5247060" cy="3420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결과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905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133</Words>
  <Application>Microsoft Office PowerPoint</Application>
  <PresentationFormat>와이드스크린</PresentationFormat>
  <Paragraphs>83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홈페이지 이름</vt:lpstr>
      <vt:lpstr>홈페이지 이름</vt:lpstr>
      <vt:lpstr>홈페이지 이름</vt:lpstr>
      <vt:lpstr>홈페이지 이름</vt:lpstr>
      <vt:lpstr>홈페이지 이름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배상규</dc:creator>
  <cp:lastModifiedBy>배상규</cp:lastModifiedBy>
  <cp:revision>1</cp:revision>
  <dcterms:created xsi:type="dcterms:W3CDTF">2025-11-07T05:42:13Z</dcterms:created>
  <dcterms:modified xsi:type="dcterms:W3CDTF">2025-11-07T06:42:12Z</dcterms:modified>
</cp:coreProperties>
</file>